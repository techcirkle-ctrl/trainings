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A1A1A"/>
                </a:solidFill>
              </a:defRPr>
            </a:pPr>
            <a:r>
              <a:t>AI Goals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666666"/>
                </a:solidFill>
              </a:defRPr>
            </a:pPr>
            <a:r>
              <a:t>Applying the DRIVES Framework to define your AI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5F5F"/>
                </a:solidFill>
              </a:defRPr>
            </a:pPr>
            <a:r>
              <a:t>The canvas IS the DRIVES check.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Every field maps directly to a DRIVES question.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E2761"/>
                </a:solidFill>
              </a:defRPr>
            </a:pPr>
            <a:r>
              <a:t>Step 1 — What &amp; Why (D, R, S)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</a:defRPr>
            </a:pPr>
            <a:r>
              <a:t>Define the initiative, the result, and the owner.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8080"/>
                </a:solidFill>
              </a:defRPr>
            </a:pPr>
            <a:r>
              <a:t>Step 2 — How &amp; Who (I, V, E)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</a:defRPr>
            </a:pPr>
            <a:r>
              <a:t>Define data readiness, risks, and scalability.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914400"/>
            <a:ext cx="4846320" cy="5029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5F5F"/>
                </a:solidFill>
              </a:defRPr>
            </a:pPr>
            <a:r>
              <a:t>DRIVES — Quick Reference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173736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71907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92024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Which decision or process changes with AI?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37744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35915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56032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What measurable result improves — by how much?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301752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99923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20040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Is the data reliable enough to act on?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65760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63931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Vulnerability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84048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What could go wrong — and how do we control it?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29768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27939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48056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Will this work when we scale it?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937760"/>
            <a:ext cx="365760" cy="36576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919472"/>
            <a:ext cx="3749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F5F"/>
                </a:solidFill>
              </a:defRPr>
            </a:pPr>
            <a:r>
              <a:t>Single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512064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Who is personally accountable?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 WHAT &amp; WHY — The Strategic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BBBBFF"/>
                </a:solidFill>
              </a:defRPr>
            </a:pPr>
            <a:r>
              <a:t>First 15 minutes  |  If you can’t fill this crisply, you don’t have an initiative yet.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38912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43891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AI Initiative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Give it a clear, specific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49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 will AI 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List 2–3 specific tasks, not vague ambitions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 will AI NOT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This builds trust — what stays human-only?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60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371600"/>
            <a:ext cx="384048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384048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74920" y="1554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 business pain does this solve?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4231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Who feels this pain, how often, what does it cost?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651760"/>
            <a:ext cx="35661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3749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Expected impact in 90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977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Quantify: time saved, error reduction, speed improvement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4206240"/>
            <a:ext cx="35661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1371600"/>
            <a:ext cx="292608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1371600"/>
            <a:ext cx="292608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8280" y="1554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16002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SINGLE 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194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Who is personally accountable?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423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A person, not a committee. From the business, not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265176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 HOW &amp; WHO — The Execution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BBFFDD"/>
                </a:solidFill>
              </a:defRPr>
            </a:pPr>
            <a:r>
              <a:t>Next 15 minutes  |  Only proceed here if Step 1 is sharp.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 data / knowledge does AI need?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Is it clean, accessible, and curated?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Human-in-the-Loop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Who reviews AI output? At what checkpoint? Escalation path?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5488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37160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600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VULNERABILITY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 could go wrong?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423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List the top 2–3 risks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65176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What’s the guardrail for each?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26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One risk, one guardrail — no hand-waving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75488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657600" cy="502920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80" y="155448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600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Will this work beyond one team?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423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What needs to change to scale?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265176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F5F"/>
                </a:solidFill>
              </a:defRPr>
            </a:pPr>
            <a:r>
              <a:t>GCC vs Business ownership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526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Who owns what? Be explicit.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4754880"/>
            <a:ext cx="33832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F5F"/>
                </a:solidFill>
              </a:defRPr>
            </a:pPr>
            <a:r>
              <a:t>Sample: Engineering Knowledge Co-Pilot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Based on the pre-read case study  |  This is what ‘good’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612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Initiative: Engineering Knowledge Co-Pilot for Design &amp; Documentation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AI will: Retrieve past designs via natural language, generate first-draft reports, surface historical cases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AI will NOT: Make autonomous approvals, bypass review, train on uncurated external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51560"/>
            <a:ext cx="54864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0" y="114300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1612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Pain: Engineers spend 30–40% of time on non-design work; new hires take months to become productive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90-day impact: 20–25% productivity improvement, faster onboarding, engineer satisfaction &gt;3.5/5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4864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900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SINGLE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375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[Engineering Leader Name] — from the business, not IT, not a shared committee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803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880360"/>
            <a:ext cx="54864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0" y="2971800"/>
            <a:ext cx="320040" cy="32004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900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080"/>
                </a:solidFill>
              </a:defRPr>
            </a:pPr>
            <a:r>
              <a:t>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3375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Data: Curated internal standards, approved designs, historical project docs. Cleaned of obsolete/duplicate versions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HIL: AI = recommendation, engineer = decision owner. Mandatory review before any AI output enters formal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54864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800600"/>
            <a:ext cx="320040" cy="32004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188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080"/>
                </a:solidFill>
              </a:defRPr>
            </a:pPr>
            <a:r>
              <a:t>VULNERABILITY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663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Risk: AI content enters workflow unreviewed → Guardrail: Mandatory validation checkpoint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Risk: Knowledge base becomes stale → Guardrail: Defined curation ownership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Risk: Engineers over-rely on AI → Guardrail: Training on when NOT to rely on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709160"/>
            <a:ext cx="5486400" cy="1691640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709160"/>
            <a:ext cx="5486400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0" y="4800600"/>
            <a:ext cx="320040" cy="32004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188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080"/>
                </a:solidFill>
              </a:defRPr>
            </a:pPr>
            <a:r>
              <a:t>EXPANSION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5166360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GCC owns: Knowledge curation, data prep, GenAI config, pilot execution, governance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Business owns: Final engineering approvals, compliance sign-off, success criteria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Scaling: Proven in pilot on non-safety-critical docs before expanding across teams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446520"/>
            <a:ext cx="11247120" cy="32004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F5F"/>
                </a:solidFill>
              </a:defRPr>
            </a:pPr>
            <a:r>
              <a:t>Final Decision:  ✅ GO  |  Proceed to pilot on non-safety-critical engineering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Final Decision: Your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After completing both steps of the AI Goals Canvas, your group must reach a single recommendation and prepare to justify it in three statements.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3383280" cy="20116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291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✅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The initiative meets the DRIVES criteria. Proceed with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017520"/>
            <a:ext cx="3383280" cy="2011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3291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7F17"/>
                </a:solidFill>
              </a:defRPr>
            </a:pPr>
            <a:r>
              <a:t>⏸ NOT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The initiative has potential but specific conditions need to be met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3017520"/>
            <a:ext cx="3383280" cy="20116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198" y="3291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62828"/>
                </a:solidFill>
              </a:defRPr>
            </a:pPr>
            <a:r>
              <a:t>❌ NO 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8" y="3931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The initiative does not meet the criteria. Do not proceed at this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515600" cy="64008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F5F"/>
                </a:solidFill>
              </a:defRPr>
            </a:pPr>
            <a:r>
              <a:t>💬  Prepare to justify your answer in three statements.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